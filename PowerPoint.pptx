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5774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🐾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274320" y="11887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PawFind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7432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Pet Reporting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2286000"/>
            <a:ext cx="2011680" cy="50292"/>
          </a:xfrm>
          <a:prstGeom prst="rect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274320" y="239572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 web app that helps reunite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pets with their owners through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reports, sightings &amp; notifications.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31089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3328416"/>
            <a:ext cx="91440" cy="91440"/>
          </a:xfrm>
          <a:prstGeom prst="ellipse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438912" y="3291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511296"/>
            <a:ext cx="91440" cy="91440"/>
          </a:xfrm>
          <a:prstGeom prst="ellipse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438912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Spring Boot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694176"/>
            <a:ext cx="91440" cy="91440"/>
          </a:xfrm>
          <a:prstGeom prst="ellipse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438912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(Railway)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877056"/>
            <a:ext cx="91440" cy="91440"/>
          </a:xfrm>
          <a:prstGeom prst="ellipse">
            <a:avLst/>
          </a:prstGeom>
          <a:solidFill>
            <a:srgbClr val="E8540A"/>
          </a:solidFill>
          <a:ln w="12700">
            <a:solidFill>
              <a:srgbClr val="E8540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/>
          <p:nvPr/>
        </p:nvSpPr>
        <p:spPr>
          <a:xfrm>
            <a:off x="438912" y="3840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0" y="228600"/>
            <a:ext cx="36576" cy="4663440"/>
          </a:xfrm>
          <a:prstGeom prst="rect">
            <a:avLst/>
          </a:prstGeom>
          <a:solidFill>
            <a:srgbClr val="2D3A6B"/>
          </a:solidFill>
          <a:ln w="12700">
            <a:solidFill>
              <a:srgbClr val="2D3A6B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4251960" y="274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51960" y="713232"/>
            <a:ext cx="2057400" cy="1005840"/>
          </a:xfrm>
          <a:prstGeom prst="rect">
            <a:avLst/>
          </a:prstGeom>
          <a:solidFill>
            <a:srgbClr val="1E2D50"/>
          </a:solidFill>
          <a:ln w="9525">
            <a:solidFill>
              <a:srgbClr val="2D3A6B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/>
          <p:nvPr/>
        </p:nvSpPr>
        <p:spPr>
          <a:xfrm>
            <a:off x="4343400" y="7863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343400" y="1097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Lost Pet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43400" y="13350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details — species,</a:t>
            </a:r>
            <a:endParaRPr lang="en-US" sz="9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breed, area &amp; date lost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92240" y="713232"/>
            <a:ext cx="2057400" cy="1005840"/>
          </a:xfrm>
          <a:prstGeom prst="rect">
            <a:avLst/>
          </a:prstGeom>
          <a:solidFill>
            <a:srgbClr val="1E2D50"/>
          </a:solidFill>
          <a:ln w="9525">
            <a:solidFill>
              <a:srgbClr val="2D3A6B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/>
          <p:nvPr/>
        </p:nvSpPr>
        <p:spPr>
          <a:xfrm>
            <a:off x="6583680" y="7863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0" y="1097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 &amp; Filter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13350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name, breed,</a:t>
            </a:r>
            <a:endParaRPr lang="en-US" sz="9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species &amp; date range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51960" y="1920240"/>
            <a:ext cx="2057400" cy="1005840"/>
          </a:xfrm>
          <a:prstGeom prst="rect">
            <a:avLst/>
          </a:prstGeom>
          <a:solidFill>
            <a:srgbClr val="1E2D50"/>
          </a:solidFill>
          <a:ln w="9525">
            <a:solidFill>
              <a:srgbClr val="2D3A6B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/>
          <p:nvPr/>
        </p:nvSpPr>
        <p:spPr>
          <a:xfrm>
            <a:off x="4343400" y="19933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343400" y="23042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</a:rPr>
              <a:t>Sightings &amp; GPS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43400" y="2542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exact location &amp;</a:t>
            </a:r>
            <a:endParaRPr lang="en-US" sz="9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Google Maps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92240" y="1920240"/>
            <a:ext cx="2057400" cy="1005840"/>
          </a:xfrm>
          <a:prstGeom prst="rect">
            <a:avLst/>
          </a:prstGeom>
          <a:solidFill>
            <a:srgbClr val="1E2D50"/>
          </a:solidFill>
          <a:ln w="9525">
            <a:solidFill>
              <a:srgbClr val="2D3A6B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/>
          <p:nvPr/>
        </p:nvSpPr>
        <p:spPr>
          <a:xfrm>
            <a:off x="6583680" y="19933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583680" y="23042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Notifications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2542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Auto-alerts to owner</a:t>
            </a:r>
            <a:endParaRPr lang="en-US" sz="9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followers on sighting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51960" y="3127248"/>
            <a:ext cx="2057400" cy="1005840"/>
          </a:xfrm>
          <a:prstGeom prst="rect">
            <a:avLst/>
          </a:prstGeom>
          <a:solidFill>
            <a:srgbClr val="1E2D50"/>
          </a:solidFill>
          <a:ln w="9525">
            <a:solidFill>
              <a:srgbClr val="2D3A6B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/>
          <p:nvPr/>
        </p:nvSpPr>
        <p:spPr>
          <a:xfrm>
            <a:off x="434340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343400" y="35112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as Found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43400" y="3749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Owner-only action moves</a:t>
            </a:r>
            <a:endParaRPr lang="en-US" sz="9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to Wall of Hope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92240" y="3127248"/>
            <a:ext cx="2057400" cy="1005840"/>
          </a:xfrm>
          <a:prstGeom prst="rect">
            <a:avLst/>
          </a:prstGeom>
          <a:solidFill>
            <a:srgbClr val="1E2D50"/>
          </a:solidFill>
          <a:ln w="9525">
            <a:solidFill>
              <a:srgbClr val="2D3A6B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9" name="Text 37"/>
          <p:cNvSpPr/>
          <p:nvPr/>
        </p:nvSpPr>
        <p:spPr>
          <a:xfrm>
            <a:off x="658368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583680" y="35112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Vets &amp; Shelters Map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83680" y="3749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Galway map</a:t>
            </a:r>
            <a:endParaRPr lang="en-US" sz="9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local animal services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74320" y="40965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54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4320" y="42793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 Ciemniejewski — G00433270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4320" y="44439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Trevor Kamau — G00391525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4608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Nikola Elcic — G00408581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7" name="Text 45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HTML / CSS / JS  ·  Backend: Java Spring Boot  ·  Database: MySQL on Railway  ·  Notifications: Gmail SMTP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160</Words>
  <Application>Microsoft Office PowerPoint</Application>
  <PresentationFormat>On-screen Show (16:9)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PawFind</dc:title>
  <dc:subject>PptxGenJS Presentation</dc:subject>
  <dc:creator>PptxGenJS</dc:creator>
  <cp:lastModifiedBy>KAMIL CIEMNIEJEWSKI - STUDENT</cp:lastModifiedBy>
  <cp:revision>2</cp:revision>
  <dcterms:created xsi:type="dcterms:W3CDTF">2026-04-29T11:55:41Z</dcterms:created>
  <dcterms:modified xsi:type="dcterms:W3CDTF">2026-04-29T11:59:27Z</dcterms:modified>
</cp:coreProperties>
</file>